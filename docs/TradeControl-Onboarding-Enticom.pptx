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7A1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TradeControl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управления сетью АЗС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337560"/>
            <a:ext cx="2743200" cy="2743"/>
          </a:xfrm>
          <a:prstGeom prst="rect">
            <a:avLst/>
          </a:prstGeom>
          <a:solidFill>
            <a:srgbClr val="E87A1E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контроль. Из любого места.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Подготовлено для сети Энтиком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работы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Вход, настройка и первые шаги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840480" cy="100584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447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087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216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систему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4904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prod.dataworker.ru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логин и пароль,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полученные от администратора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286000"/>
            <a:ext cx="384048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49631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560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359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Браузеры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34440" y="2633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на ПК — рекомендуемый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/ Chrome на мобильных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3840480" cy="100584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54787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6118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3192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PWA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34440" y="3593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Иконка «Установить» в адресной строке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приложение на рабочем столе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App Store, работает офлайн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1143000"/>
            <a:ext cx="3840480" cy="118872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153619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6002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1216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40680" y="149047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Боковое меню — все разделы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Селектор сети и станции вверху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 для ПК, планшета, телефона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754880" y="2514600"/>
            <a:ext cx="3840480" cy="1737360"/>
          </a:xfrm>
          <a:prstGeom prst="rect">
            <a:avLst/>
          </a:prstGeom>
          <a:solidFill>
            <a:srgbClr val="1A2F4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54880" y="2514600"/>
            <a:ext cx="3840480" cy="36576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28" name="Text 22"/>
          <p:cNvSpPr/>
          <p:nvPr/>
        </p:nvSpPr>
        <p:spPr>
          <a:xfrm>
            <a:off x="493776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старт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937760" y="29260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Откройте ссылку в Chrome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Войдите с логином и паролем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Установите как приложение (PWA)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Выберите станцию в верхнем меню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Изучите разделы в боковом меню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и обзор сети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показатели на одном экране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92024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618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51760" y="1143000"/>
            <a:ext cx="192024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2618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продаж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06324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754880" y="1143000"/>
            <a:ext cx="192024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26187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16636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₽/чек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58000" y="1143000"/>
            <a:ext cx="192024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26187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26948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2194560"/>
            <a:ext cx="384048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1520" y="240487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246888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3444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Способы оплаты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234440" y="25420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Наличные, карты, корпоративные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в реальном времени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754880" y="2194560"/>
            <a:ext cx="384048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937760" y="240487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246888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и графики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5440680" y="25420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по дням, загрузка по часам,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периодов и станций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548640" y="3200400"/>
            <a:ext cx="384048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31520" y="341071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47472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234440" y="32735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в реальном времени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1234440" y="35478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параметры сети обновляются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автоматически, без перезагрузки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4754880" y="3200400"/>
            <a:ext cx="3840480" cy="8229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4937760" y="341071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768" y="3474720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440680" y="32735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периодов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5440680" y="35478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неделя vs прошлая,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к месяцу — рост или падение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сеть — один экран. Решения на основе данных.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Сменные отчёты и аналитика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данные — в облаке, доступны 24/7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Сменные отчёты онлайн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каждой смены без бумажных журналов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Агрегация по всей сети за любой период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разрезы: по топливу, оплате, сменам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Детализация до каждой транзакции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07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сверки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Сменные отчёты ↔ транзакции терминалов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 ↔ корпоративный процессинг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Выявление расхождений автоматически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пробития чеков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2560320" cy="86868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3878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518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27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в Excel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350215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 данные — в таблицу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бухгалтерии и анализа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91840" y="3154680"/>
            <a:ext cx="2560320" cy="86868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74720" y="33878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34518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77640" y="3227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1С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977640" y="350215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данными с учётной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системой предприятия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035040" y="3154680"/>
            <a:ext cx="2560320" cy="86868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17920" y="33878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34518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20840" y="3227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Облачное хранение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720840" y="350215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безопасности,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доступны из любой точки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бумажных журналов — к цифровому контролю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Оперативный контроль станций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онлайн-контроль всех параметров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оборудования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каждого терминала: онлайн / оффлайн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последней связи для каждого устройства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колонок и купюроприёмников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заполнения купюроприёмников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07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Дистанционное управление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параметров оборудования удалённо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Перезагрузка терминалов из интерфейса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пороговых значений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Оперативная реакция на сбои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8046720" cy="1005840"/>
          </a:xfrm>
          <a:prstGeom prst="rect">
            <a:avLst/>
          </a:prstGeom>
          <a:solidFill>
            <a:srgbClr val="1A2F4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20040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015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Информация по любой станции — из любого места, в любое время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611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ехать на станцию, чтобы узнать её состояние. Все данные обновляются автоматически и доступны на ПК, планшете и смартфоне.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Онлайн-заказы и купоны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заказов и оперативная работа с клиентами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онлайн-заказов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Яндекс.Заправки, Benzuber — все заказы в одном месте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ещё до превращения в транзакции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в реальном времени: ожидание → подтверждён → выполнен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каждые 10 секунд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07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купонами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купонов из интерфейса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Дистанционное решение вопросов с клиентами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цикл: создание → активация → использование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по статусу, типу топлива, периоду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8046720" cy="1005840"/>
          </a:xfrm>
          <a:prstGeom prst="rect">
            <a:avLst/>
          </a:prstGeom>
          <a:solidFill>
            <a:srgbClr val="1A2F4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200400"/>
            <a:ext cx="54864" cy="1005840"/>
          </a:xfrm>
          <a:prstGeom prst="rect">
            <a:avLst/>
          </a:prstGeom>
          <a:solidFill>
            <a:srgbClr val="E87A1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015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выгода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611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компенсация клиенту купоном вместо возврата через кассу — экономит время, сохраняет лояльность, снижает нагрузку на персонал.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резервуарами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 и анализ во всех плоскостях учёта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уровней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топлива в каждом резервуаре в реальном времени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Визуальные индикаторы заполнения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приёмки топлива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расхождений при сливе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07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Автокалибровка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рассчитывает калибровочные таблицы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реальных данных с датчиков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 корректировка таблиц из интерфейса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всех калибровок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43357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975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7355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работы резервуаров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3547872"/>
            <a:ext cx="7178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Объёмы приёмки и отпуска, динамика уровней, температурные поправки, расхождения — все данные в одном месте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данные по резервуарам — основа контроля ТМЦ на станции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Ценообразование и маржа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ценами и контроль прибыльности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ценами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Удалённое изменение цен на всех станциях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Расписание: дата и время вступления в силу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История: кто, когда, какая цена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реакция на рыночные изменения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07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маржинальности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Закупочная стоимость → наценка → прибыль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маржи по каждому виду топлива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маржи по станциям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прибыльности за период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8046720" cy="1005840"/>
          </a:xfrm>
          <a:prstGeom prst="rect">
            <a:avLst/>
          </a:prstGeom>
          <a:solidFill>
            <a:srgbClr val="1A2F4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3383280"/>
            <a:ext cx="2011680" cy="640080"/>
          </a:xfrm>
          <a:prstGeom prst="rect">
            <a:avLst/>
          </a:prstGeom>
          <a:solidFill>
            <a:srgbClr val="1A3556"/>
          </a:solidFill>
          <a:ln/>
        </p:spPr>
      </p:sp>
      <p:sp>
        <p:nvSpPr>
          <p:cNvPr id="16" name="Shape 12"/>
          <p:cNvSpPr/>
          <p:nvPr/>
        </p:nvSpPr>
        <p:spPr>
          <a:xfrm>
            <a:off x="1097280" y="3383280"/>
            <a:ext cx="20116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3"/>
          <p:cNvSpPr/>
          <p:nvPr/>
        </p:nvSpPr>
        <p:spPr>
          <a:xfrm>
            <a:off x="109728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9728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ТМЦ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063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3657600" y="3383280"/>
            <a:ext cx="2011680" cy="640080"/>
          </a:xfrm>
          <a:prstGeom prst="rect">
            <a:avLst/>
          </a:prstGeom>
          <a:solidFill>
            <a:srgbClr val="1A3556"/>
          </a:solidFill>
          <a:ln/>
        </p:spPr>
      </p:sp>
      <p:sp>
        <p:nvSpPr>
          <p:cNvPr id="21" name="Shape 17"/>
          <p:cNvSpPr/>
          <p:nvPr/>
        </p:nvSpPr>
        <p:spPr>
          <a:xfrm>
            <a:off x="3657600" y="3383280"/>
            <a:ext cx="2011680" cy="4572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Наценка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65760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Розничная цена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6235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6217920" y="3383280"/>
            <a:ext cx="2011680" cy="640080"/>
          </a:xfrm>
          <a:prstGeom prst="rect">
            <a:avLst/>
          </a:prstGeom>
          <a:solidFill>
            <a:srgbClr val="1A3556"/>
          </a:solidFill>
          <a:ln/>
        </p:spPr>
      </p:sp>
      <p:sp>
        <p:nvSpPr>
          <p:cNvPr id="26" name="Shape 22"/>
          <p:cNvSpPr/>
          <p:nvPr/>
        </p:nvSpPr>
        <p:spPr>
          <a:xfrm>
            <a:off x="6217920" y="338328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3"/>
          <p:cNvSpPr/>
          <p:nvPr/>
        </p:nvSpPr>
        <p:spPr>
          <a:xfrm>
            <a:off x="621792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21792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Прибыль по станции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и инфраструктура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защищённая сеть для всех станций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23444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1333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773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170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Виртуальная сеть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444752"/>
            <a:ext cx="2971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Выделение IP-адресов для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прямого доступа к станциям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единой защищённой сети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840480" cy="123444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51333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5773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170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связи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1444752"/>
            <a:ext cx="2971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на существующих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каналах выделенной сети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передачи данных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514600"/>
            <a:ext cx="3840480" cy="123444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29306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9946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5877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связи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34440" y="2862072"/>
            <a:ext cx="2971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каналов в реальном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времени, обнаружение обрывов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задержек передачи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514600"/>
            <a:ext cx="3840480" cy="123444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29306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9946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25877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40680" y="2862072"/>
            <a:ext cx="2971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 данных, изолированные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 для каждого клиента,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несанкционированного доступа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станции — в одной сети. Управление — из одного центра.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 и безопасность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доступом и аудит действий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5087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блокировка, назначение ролей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модель: администратор, менеджер сети, менеджер станции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сотрудник видит только свои данные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150876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07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 доступа (RBAC)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508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данных по сетям и станциям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Гранулярные разрешения для каждой роли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видеть чужие данные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834640"/>
            <a:ext cx="3840480" cy="13716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4436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31520" y="32461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действия зафиксированы: кто, когда, что изменил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цен, управление пользователями, оборудованием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прозрачность для руководства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2834640"/>
            <a:ext cx="3840480" cy="13716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4436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937760" y="32461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действие персонала — под контролем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скрыть изменение цен или данных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доступен только руководству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Коммуникации и поддержка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Уведомления, рассылки и техническая поддержка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Telegram-уведомления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 перешёл в оффлайн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уровень топлива в резервуаре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Купюроприёмник переполнен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Непробитые чеки, требующие внимания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07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Онлайн-поддержка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50876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чат с технической поддержкой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Тикет-система для фиксации обращений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статуса решения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Приоритизация запросов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2560320" cy="86868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3878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518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27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Рассылки персоналу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350215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Оповещения сотрудникам через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— массовые и адресные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91840" y="3154680"/>
            <a:ext cx="2560320" cy="86868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74720" y="33878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34518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77640" y="3227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беспокоить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977640" y="350215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времени тишины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только в рабочее время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035040" y="3154680"/>
            <a:ext cx="2560320" cy="868680"/>
          </a:xfrm>
          <a:prstGeom prst="rect">
            <a:avLst/>
          </a:prstGeom>
          <a:solidFill>
            <a:srgbClr val="1A355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17920" y="3387852"/>
            <a:ext cx="402336" cy="402336"/>
          </a:xfrm>
          <a:prstGeom prst="oval">
            <a:avLst/>
          </a:prstGeom>
          <a:solidFill>
            <a:srgbClr val="152D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34518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20840" y="3227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сообщения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720840" y="350215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сообщениями между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сотрудниками внутри системы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находят вас, а не вы ищете проблемы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TradeControl — Онбординг Энтиком</dc:title>
  <dc:subject>PptxGenJS Presentation</dc:subject>
  <dc:creator>TradeControl</dc:creator>
  <cp:lastModifiedBy>TradeControl</cp:lastModifiedBy>
  <cp:revision>1</cp:revision>
  <dcterms:created xsi:type="dcterms:W3CDTF">2026-03-13T06:04:28Z</dcterms:created>
  <dcterms:modified xsi:type="dcterms:W3CDTF">2026-03-13T06:04:28Z</dcterms:modified>
</cp:coreProperties>
</file>